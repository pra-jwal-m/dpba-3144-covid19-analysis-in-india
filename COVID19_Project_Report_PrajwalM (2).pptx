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COVID-19 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Prajwal M</a:t>
            </a:r>
          </a:p>
          <a:p>
            <a:r>
              <a:t>Department of Computer Science</a:t>
            </a:r>
          </a:p>
          <a:p>
            <a:r>
              <a:t>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COVID-19 data across various Indian states and districts. It provides insights on total cases, recoveries, deaths, and vaccination progress. The data was visualized using Power BI for better understanding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COVID-19 Deaths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deaths recorded: 2,805</a:t>
            </a:r>
          </a:p>
          <a:p>
            <a:r>
              <a:t>• Highest deaths by state: Tamil Nadu (664), Kerala (621), Maharashtra (540)</a:t>
            </a:r>
          </a:p>
          <a:p>
            <a:r>
              <a:t>• Delhi and Karnataka also showed significant numbers.</a:t>
            </a:r>
          </a:p>
          <a:p>
            <a:r>
              <a:t>• State-level analysis helps identify regions with higher mortality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Recoveries by State and District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recoveries: 155K</a:t>
            </a:r>
          </a:p>
          <a:p>
            <a:r>
              <a:t>• Top states in recoveries: Delhi (35K), Tamil Nadu (33K), Karnataka (30K), Kerala (29K)</a:t>
            </a:r>
          </a:p>
          <a:p>
            <a:r>
              <a:t>• At the district level, Chennai, Coimbatore, and Kochi had higher recovery rates.</a:t>
            </a:r>
          </a:p>
          <a:p>
            <a:r>
              <a:t>• Indicates effective healthcare and vaccination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Vaccination Progress (Dose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vaccinated (Dose 1): 24 million</a:t>
            </a:r>
          </a:p>
          <a:p>
            <a:r>
              <a:t>• Delhi and Tamil Nadu recorded the highest vaccination rates.</a:t>
            </a:r>
          </a:p>
          <a:p>
            <a:r>
              <a:t>• Maharashtra, Kerala, and Karnataka followed closely.</a:t>
            </a:r>
          </a:p>
          <a:p>
            <a:r>
              <a:t>• Shows strong national effort toward immunization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COVID-19 had varying impacts across states and districts.</a:t>
            </a:r>
          </a:p>
          <a:p>
            <a:r>
              <a:t>• Tamil Nadu and Kerala faced high deaths, while Delhi led in recoveries.</a:t>
            </a:r>
          </a:p>
          <a:p>
            <a:r>
              <a:t>• Vaccination drives significantly improved recovery rates.</a:t>
            </a:r>
          </a:p>
          <a:p>
            <a:r>
              <a:t>• Data visualization in Power BI made the trends clearer and easier to analyze.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1447</Words>
  <Application>WPS Presentation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Microsoft YaHei</vt:lpstr>
      <vt:lpstr>Arial Unicode MS</vt:lpstr>
      <vt:lpstr>Calibri</vt:lpstr>
      <vt:lpstr>Art_mountaineering</vt:lpstr>
      <vt:lpstr>COVID-19 Data Analysis Report</vt:lpstr>
      <vt:lpstr>Project Overview</vt:lpstr>
      <vt:lpstr>COVID-19 Deaths Analysis</vt:lpstr>
      <vt:lpstr>Recoveries by State and District</vt:lpstr>
      <vt:lpstr>Vaccination Progress (Dose 1)</vt:lpstr>
      <vt:lpstr>Conclusion and Key Insights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Manjunath M P</cp:lastModifiedBy>
  <cp:revision>3</cp:revision>
  <dcterms:created xsi:type="dcterms:W3CDTF">2013-01-27T09:14:00Z</dcterms:created>
  <dcterms:modified xsi:type="dcterms:W3CDTF">2025-11-11T14:13:52Z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47C734DA8EF64395B6C992C2EB60F67C_12</vt:lpwstr>
  </property>
  <property fmtid="{D5CDD505-2E9C-101B-9397-08002B2CF9AE}" pid="3" name="KSOProductBuildVer">
    <vt:lpwstr>1033-12.2.0.23155</vt:lpwstr>
  </property>
</Properties>
</file>